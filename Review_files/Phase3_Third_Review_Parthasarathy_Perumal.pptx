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M.TECH DATA SCIENCE &amp; AI · PHASE 3 — THIRD REVIEW · AUGUST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EF2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3D Assembly Design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Predicting, ranking, and generating missing components in CAD assemblies with Graph Neural Networks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949440" cy="3794760"/>
          </a:xfrm>
          <a:prstGeom prst="roundRect">
            <a:avLst>
              <a:gd name="adj" fmla="val 1928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CAD tools offer no contextual intelligence during assembly creation — engineers rely entirely on experience to notice a part is missing, decide what belongs there, and choose its shape. This project builds a three-phase, GNN-based pipeline that closes that loop end-to-end. A Graph Attention Network encodes each CAD assembly as a graph of solid bodies and real contact edges; a frozen copy of this encoder then feeds three task heads — a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EE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LinkPredictor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detects missing components (Phase 1), a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EE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NodeRanker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ranks which component type is missing next (Phase 2), and a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EE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conditional-VAE shape generator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produces an actual placeable mesh for the missing part (Phase 3). An Octree-based open-surface detector locates the unmated joint on the 3D mesh, and a Gemini-powered agent (AIDA) explains every prediction in engineering language. Implemented entirely in Python with PyTorch Geometric — no proprietary CAD-API dependency.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26680" y="2148840"/>
            <a:ext cx="3913632" cy="2852928"/>
          </a:xfrm>
          <a:prstGeom prst="roundRect">
            <a:avLst>
              <a:gd name="adj" fmla="val 1923"/>
            </a:avLst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9" name="Image 0" descr="/private/tmp/claude-502/-Users-mbp-Documents-MTECH-Sem4-Individual-project-AI-Assisted-3D-Assembly-Design-AI-Assisted-3D-Assembly-Design/6f21b1fb-5ac0-404e-abc3-3f584930850b/scratchpad/wheel_miss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4" y="2249424"/>
            <a:ext cx="3712464" cy="2651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26680" y="509320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pipeline builds toward — detect, rank, and generate the missing wheel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612648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6199632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6400800"/>
            <a:ext cx="2545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Parthasarathy Perumal (PES2PGE24DS193)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413684" y="6199632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 — PHASE 1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3413684" y="6400800"/>
            <a:ext cx="2545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Sagarika Borah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095848" y="6199632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 — PHASE 2 &amp; 3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095848" y="6400800"/>
            <a:ext cx="2545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Gaurav Siwal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778011" y="6199632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UNIVERSITY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8778011" y="6400800"/>
            <a:ext cx="2545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2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University, Electronic City, Bengaluru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— All Three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70166" cy="868680"/>
          </a:xfrm>
          <a:prstGeom prst="roundRect">
            <a:avLst>
              <a:gd name="adj" fmla="val 8421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01368"/>
            <a:ext cx="1787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File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12264"/>
            <a:ext cx="17872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or complete CAD assembly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518806" y="169164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29702" y="1691640"/>
            <a:ext cx="1970166" cy="868680"/>
          </a:xfrm>
          <a:prstGeom prst="roundRect">
            <a:avLst>
              <a:gd name="adj" fmla="val 8421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1142" y="1801368"/>
            <a:ext cx="1787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Extraction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921142" y="2112264"/>
            <a:ext cx="17872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gmsh + OpenCASCADE + trimesh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799868" y="169164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10764" y="1691640"/>
            <a:ext cx="1970166" cy="868680"/>
          </a:xfrm>
          <a:prstGeom prst="roundRect">
            <a:avLst>
              <a:gd name="adj" fmla="val 8421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02204" y="1801368"/>
            <a:ext cx="1787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AssemblyGNN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202204" y="2112264"/>
            <a:ext cx="17872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GAT encoder, frozen after Phase 1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080931" y="169164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91827" y="1691640"/>
            <a:ext cx="1970166" cy="868680"/>
          </a:xfrm>
          <a:prstGeom prst="roundRect">
            <a:avLst>
              <a:gd name="adj" fmla="val 8421"/>
            </a:avLst>
          </a:prstGeom>
          <a:solidFill>
            <a:srgbClr val="25335C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83267" y="1801368"/>
            <a:ext cx="1787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Task Heads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483267" y="2112264"/>
            <a:ext cx="17872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· Rank · Generate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361993" y="169164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72889" y="1691640"/>
            <a:ext cx="1970166" cy="868680"/>
          </a:xfrm>
          <a:prstGeom prst="roundRect">
            <a:avLst>
              <a:gd name="adj" fmla="val 8421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4329" y="1801368"/>
            <a:ext cx="1787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764329" y="2112264"/>
            <a:ext cx="17872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 + AIDA (Gemini)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2834640"/>
            <a:ext cx="3545738" cy="1417320"/>
          </a:xfrm>
          <a:prstGeom prst="roundRect">
            <a:avLst>
              <a:gd name="adj" fmla="val 5161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297180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LinkPredictor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3273552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MLP(hu ‖ hv ‖ dist) → BCE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703320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Missing-component detection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3931920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AUC-ROC / AP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22978" y="2834640"/>
            <a:ext cx="3545738" cy="1417320"/>
          </a:xfrm>
          <a:prstGeom prst="roundRect">
            <a:avLst>
              <a:gd name="adj" fmla="val 5161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05858" y="297180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NodeRanker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05858" y="3273552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cosine(ctx, prototypes) × temp, BPR loss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05858" y="3703320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Next-component ranking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05858" y="3931920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Hit@K / MRR / NDCG@K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97317" y="2834640"/>
            <a:ext cx="3545738" cy="1417320"/>
          </a:xfrm>
          <a:prstGeom prst="roundRect">
            <a:avLst>
              <a:gd name="adj" fmla="val 5161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80197" y="297180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HybridShapeGen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80197" y="3273552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Part-bank retrieval → conditional VAE fallback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80197" y="3703320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Missing-shape generation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280197" y="3931920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 / Chamfer distance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4526280"/>
            <a:ext cx="11094415" cy="1600200"/>
          </a:xfrm>
          <a:prstGeom prst="roundRect">
            <a:avLst>
              <a:gd name="adj" fmla="val 4571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46908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SUPPORTING MODULES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502920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AssemblyTemplateDB —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component-type frequency prior; works on single-body uploads too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095848" y="502920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Octree Surface Analyzer —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partitioning finds open (unmated) joint surfaces — Borah &amp; Borah (2020)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77240" y="553212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AIDA (Gemini agent) —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every GNN prediction in engineering language, live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095848" y="553212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GNNExplainer —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attribution over the frozen encoder + heads, live in the UI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 DESIGN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EXPERIMENTAL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Retrain — All Three Phases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238-model curated corpus · true 5-fold cross-validation · frozen Phase-1 encoder shared by Phases 2 &amp;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30552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— ENCODER / LINKPREDICTOR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32888"/>
            <a:ext cx="15899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AUC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34056"/>
            <a:ext cx="15899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0.8235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18104"/>
            <a:ext cx="15899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±0.0219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+0.136 vs. prior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321509" y="2532888"/>
            <a:ext cx="15899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321509" y="2734056"/>
            <a:ext cx="15899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0.8114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321509" y="3118104"/>
            <a:ext cx="15899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±0.0279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+0.142 vs. prior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794760"/>
            <a:ext cx="317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C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AUC 0.85 / AP 0.82 · promoted to serving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22978" y="196596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5858" y="2130552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— NODERANKER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05858" y="2532888"/>
            <a:ext cx="31799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05858" y="2734056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0.4267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505858" y="315468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0.4133 — first genuine win, not a tie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05858" y="3794760"/>
            <a:ext cx="317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C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Hit@5 0.896 · also clears target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97317" y="196596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80197" y="2130552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— SHAPE-GEN VAE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280197" y="2532888"/>
            <a:ext cx="31799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IoU / Chamfer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80197" y="2734056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0.6277 / 0.0356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280197" y="315468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0.5352 / 0.0746 — +0.093 IoU · −0.039 chamfer (better)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80197" y="3794760"/>
            <a:ext cx="317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C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both axes at once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6634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238 models (233 usable graphs) · Part bank: 5,363 real parts across 237 assemblies · A further full-corpus retrain (749 models, expanded hole/surface features) is in progress at review time — Fold 1 of 5 has already cleared test AUC 0.937, ahead of the numbers above; final cross-validated mean will be reported once all 5 folds complete.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EXPERIMENTAL RESULTS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EVALUATION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vs. Targets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246888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2468880"/>
                <a:gridCol w="3108960"/>
                <a:gridCol w="128016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E6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Phase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E6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Deliverable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E6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Target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E6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Achieved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E6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2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Missing-component detection (link prediction)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6B1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AUC ≥ 0.85 · AP ≥ 0.82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2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AUC 0.8235 · Mean AP 0.8114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B9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2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Next-component ranking (NodeRanker)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6B1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Hit@5 ≥ 0.70 · MRR ≥ 0.64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2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Hit@5 0.896 (met) · Hit@1 0.4267 &gt;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B9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2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Missing-shape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6B1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IoU ≥ 0.35 · Chamfer ≤ 0.08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2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0.6277 · Chamfer 0.0356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8E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cleared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2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demo, thesis, open-source repo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6B1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STEP upload → 3D view → prediction → explanation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2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live, MIT-licensed, runs end-to-end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8E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5432908" cy="1920240"/>
          </a:xfrm>
          <a:prstGeom prst="roundRect">
            <a:avLst>
              <a:gd name="adj" fmla="val 3810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389120"/>
            <a:ext cx="49757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 PROTOCOL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709160"/>
            <a:ext cx="49757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5-fold cross-validation for Phase 1 &amp; 2 — every graph rotates through the test set exactly once, avoiding the variance-masking seen under a fixed held-out split. Phase 3 evaluated on a held-out leave-one-node-out shape-completion task.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10148" y="4206240"/>
            <a:ext cx="5432908" cy="1920240"/>
          </a:xfrm>
          <a:prstGeom prst="roundRect">
            <a:avLst>
              <a:gd name="adj" fmla="val 3810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8748" y="4389120"/>
            <a:ext cx="49757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RIGOR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38748" y="4709160"/>
            <a:ext cx="49757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Auto-resume watchdogs recover training from silent swap-pressure kills mid-fold with zero progress loss; a promotion-gate bug that silently ignored AP was found and fixed before any model reached production.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EVALUATION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 WITH EXISTING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Project Sits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342900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1737360"/>
                <a:gridCol w="3017520"/>
                <a:gridCol w="12161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E6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System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E6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Approach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E6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CAD-API dependency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E6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E6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Explainable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2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BrepGen (Du et al., 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 over structured B-Rep latents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6B1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a new CAD part from scratch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2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SolidGen (Jayaraman et al., 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Autoregressive B-Rep synthesis / editing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6B1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Synthesises / edits a solid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2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CAD-GPT (Wang et al.,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Spatial-reasoning LLM over construction sequences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6B1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construction-sequence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(LLM rationale)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2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 link-heuristic studies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prediction on generic graphs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6B1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N/A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Edge-existence probability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6B1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8E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2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 encoder + detect/rank/retrieve+generate heads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8E6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2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Missing-part flag + ranked type + placeable mesh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8E6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AIDA + GNNExplainer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3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1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83480"/>
            <a:ext cx="11094415" cy="1143000"/>
          </a:xfrm>
          <a:prstGeom prst="roundRect">
            <a:avLst>
              <a:gd name="adj" fmla="val 6400"/>
            </a:avLst>
          </a:prstGeom>
          <a:solidFill>
            <a:srgbClr val="1E2A4E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12064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GAP ADDRESSED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3949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generative CAD work (BrepGen, SolidGen, CAD-GPT) synthesises geometry from scratch or from a text/sequence prompt — none of them read a partial, real assembly graph and recommend a specific, placeable, retrievable part for the exact open joint, with a plain-language explanation, and without a proprietary CAD-API dependency. That combination is the contribution of this pipeline.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 WITH EXISTING SYSTEMS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0048" cy="4297680"/>
          </a:xfrm>
          <a:prstGeom prst="roundRect">
            <a:avLst>
              <a:gd name="adj" fmla="val 1702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95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GENERATIVE CAD &amp; RELATED 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49528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Du, X. et al. (2024). BrepGen: A B-Rep Generative Diffusion Model with Structured Latent Geometry. ACM SIGGRAPH 2024.
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Jayaraman, P. K. et al. (2024). SolidGen: An Autoregressive Model for Direct B-Rep Synthesis and Editing. ACM Transactions on Graphics, Vol. 43.
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S. et al. (2025). CAD-GPT: Synthesising CAD Construction Sequences with Spatial-Reasoning LLMs. arXiv:2501.09803.
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GNNs Learn Link Heuristics? (2024). arXiv:2411.14711.
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Graph Contrastive Learning. (2023). arXiv:2303.00995.
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Borah, S. &amp; Borah, D. (2020). PEE-based reversible mesh watermarking. Multimedia Tools &amp; Applications — Octree spatial-partitioning adapted here for the open-surface detector.
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33008" y="1554480"/>
            <a:ext cx="5410048" cy="4297680"/>
          </a:xfrm>
          <a:prstGeom prst="roundRect">
            <a:avLst>
              <a:gd name="adj" fmla="val 1702"/>
            </a:avLst>
          </a:prstGeom>
          <a:solidFill>
            <a:srgbClr val="141B31"/>
          </a:solidFill>
          <a:ln w="12700">
            <a:solidFill>
              <a:srgbClr val="2933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737360"/>
            <a:ext cx="495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8E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GNN FOUNDATIONS &amp; DATASETS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2057400"/>
            <a:ext cx="49528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Kipf, T. N. &amp; Welling, M. (2017). Semi-Supervised Classification with Graph Convolutional Networks. ICLR 2017.
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Veličković, P. et al. (2018). Graph Attention Networks. ICLR 2018.
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Hamilton, W. et al. (2017). Inductive Representation Learning on Large Graphs (GraphSAGE). NeurIPS 2017.
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Koch, S. et al. (2019). ABC: A Big CAD Model Dataset for Geometric Deep Learning. CVPR 2019.
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Mo, K. et al. (2019). PartNet: A Large-Scale Benchmark for Fine-Grained and Hierarchical Part-Level 3D Object Understanding. CVPR 2019.
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8E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6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Ying, R. et al. (2019). GNNExplainer: Generating Explanations for Graph Neural Networks. NeurIPS 2019.
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Parthasarathy Perumal · SRN PES2PGE24DS193 · M.Tech Data Science &amp; AI · PES University, Electronic City, Bengaluru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6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2026-08-28T05:37:39Z</dcterms:created>
  <dcterms:modified xsi:type="dcterms:W3CDTF">2026-08-28T05:37:39Z</dcterms:modified>
</cp:coreProperties>
</file>