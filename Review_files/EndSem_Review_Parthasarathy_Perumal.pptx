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5B8DE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A6E22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END-SEMESTER EXAMINATION  ·  DATA SCIENCE &amp; AI  ·  AUGUST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3D Assembly Design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missing components in CAD assemblies with Graph Neural Networks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457200" cy="457200"/>
          </a:xfrm>
          <a:prstGeom prst="ellipse">
            <a:avLst/>
          </a:prstGeom>
          <a:solidFill>
            <a:srgbClr val="3E4E1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377647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Development History  —  R1 → R38  &amp;  Final End-to-End Results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5074920"/>
            <a:ext cx="10607040" cy="1234440"/>
          </a:xfrm>
          <a:prstGeom prst="roundRect">
            <a:avLst>
              <a:gd name="adj" fmla="val 6667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2852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5559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Parthasarathy Perumal · SRN PES2PGE24DS193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52852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— PHASE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5559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Sagarika Borah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63640" y="52852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— 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5559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Gaurav Siwal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69680" y="52852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69680" y="55595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 University, Electronic City, Bengaluru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9092"/>
            <a:ext cx="585216" cy="585216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90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69164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Research Gap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03804"/>
            <a:ext cx="585216" cy="585216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0380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816352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Novel Contributions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128516"/>
            <a:ext cx="585216" cy="585216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2851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941064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&amp; Review Milestones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253228"/>
            <a:ext cx="585216" cy="585216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532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5065776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Training History — R1 to R38 (4 eras)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879092"/>
            <a:ext cx="585216" cy="585216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8790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1691640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Full-Corpus End-to-End Results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17920" y="2816352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003804"/>
            <a:ext cx="585216" cy="585216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00380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2816352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Challenges Overcome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17920" y="3941064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128516"/>
            <a:ext cx="585216" cy="585216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12851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3941064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real STEP file, right now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217920" y="5065776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5253228"/>
            <a:ext cx="585216" cy="585216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52532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3760" y="5065776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 &amp; Future Work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CAD tools — SolidWorks, CATIA, Fusion 360 — offer no contextual intelligence during assembly creation. Engineers rely entirely on domain knowledge to choose and position every component.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420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Barrier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4436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engineers lack the assembly patterns built over years of hands-on experience.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3774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5420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Automation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94436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CAD tools offer no intelligent part suggestion during assembly creation.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879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Non-Standardisation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59028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designers make inconsistent choices for equivalent subassemblies.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40233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18795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 Assemblies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459028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defined assemblies have no mechanism to detect or fill missing parts.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234A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6144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8704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applies graph-based deep learning to recommend components from partial CAD assembly graphs — without proprietary CAD-API dependency.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949440"/>
                <a:gridCol w="21031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/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 et al. (2024)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9B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BrepGen: A B-Rep Generative Diffusion Model with Structured Latent Geometry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783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SIGGRAPH 2024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Jayaraman et al. (2024)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9B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SolidGen: An Autoregressive Model for Direct B-Rep Synthesis and Editing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783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ToG, Vol. 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 (2025)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9B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CAD-GPT: Synthesising CAD Construction Sequences with Spatial-Reasoning LLMs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783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arXiv:2501.09803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9B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GNNs Learn Link Heuristics?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783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arXiv:2411.14711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(2023)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9B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Heterogeneous Graph Contrastive 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7783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arXiv:2303.00995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6234A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— GUIDE'S OWN RESEARCH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508406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Borah &amp; Borah (2020) — PEE-based reversible mesh watermarking (Multimedia Tools &amp; Applications) — its Octree spatial-partitioning concept is adapted here to build the open-surface / missing-joint detector.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cited: Kipf &amp; Welling (GCN, 2017) · Veličković et al. (GAT, 2018) · Hamilton et al. (GraphSAGE, 2017) · Koch et al. (ABC Dataset, 2019) · Mo et al. (PartNet, 2019) · Ying et al. (GNNExplainer, 2019)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File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or complete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assembly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874520"/>
            <a:ext cx="4229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46070" y="16916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7510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Extraction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3751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dataset.py — gmsh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OpenCASCADE + trimesh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20590" y="1874520"/>
            <a:ext cx="4229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43500" y="16916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4940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AssemblyGNN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3494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after Phase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18020" y="1874520"/>
            <a:ext cx="4229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40930" y="16916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6234A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32370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Task Heads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3237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· Rank ·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15450" y="1874520"/>
            <a:ext cx="4229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738360" y="16916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17830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29800" y="21031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AIDA (Gemini)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9718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LinkPredictor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4564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MLP(h_u ‖ h_v ‖ dist) → BCE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Missing-component detection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" y="40873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/ AP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7680" y="29718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NodeRanker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6280" y="34564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cosine(ctx, prototypes) × temperature, BPR loss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2628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Next-component ranking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26280" y="40873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Hit@K / MRR / NDCG@K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46720" y="297180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3108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HybridShapeGen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75320" y="34564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Part-bank retrieval → conditional VAE fallback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7532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Missing-shape generation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75320" y="40873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/ Chamfer distance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61772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182036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MODULES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77240" y="50749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AssemblyTemplateDB  </a:t>
            </a:r>
            <a:pPr indent="0" marL="0">
              <a:buNone/>
            </a:pPr>
            <a:r>
              <a:rPr lang="en-US" sz="11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component-type frequency prior; works on single-body uploads too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34840" y="50749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Octree Surface Analyzer  </a:t>
            </a:r>
            <a:pPr indent="0" marL="0">
              <a:buNone/>
            </a:pPr>
            <a:r>
              <a:rPr lang="en-US" sz="11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partitioning finds open (unmated) joint surfaces — Borah &amp; Borah (2020)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92440" y="507492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AIDA (Gemini agent)  </a:t>
            </a:r>
            <a:pPr indent="0" marL="0">
              <a:buNone/>
            </a:pPr>
            <a:r>
              <a:rPr lang="en-US" sz="11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every GNN prediction in engineering language, live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Representation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— 22 dimensions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579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body in the assembly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[0:8] Component-type one-hot — 8-class multi-signal geometric voting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[8:10] log1p(volume) · log1p(exact surface area, via trimesh)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[10:13] Bounding-box Δx/Δy/Δz, scale-relative to the assembly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[13:18] Elongation · flatness · aspect x/y, y/z · sphericity (affine-invariant)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[18:20] SDF mean · SDF variance (inward ray-casting)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Surface-area / volume ratio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 log1p(hole count) — geometry-derived since R35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4206240"/>
          </a:xfrm>
          <a:prstGeom prst="roundRect">
            <a:avLst>
              <a:gd name="adj" fmla="val 1957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— 6 dimensions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15798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Bodies sharing real boundary geometry after fragment()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5146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 Mate-type indicator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Real contact-area weight — shared-surface area ratio (R36; was hardcoded 1.0)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[2:6] Joint-type one-hot — rigid / revolute / slider / cylindrical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(3-dim) — body centroid, feeds a spatial link-prediction signal (R36)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bodies get an edge iff their boundary face sets intersect — real contact, not proximity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5000"/>
            </a:avLst>
          </a:prstGeom>
          <a:solidFill>
            <a:srgbClr val="16234A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989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8-class taxonomy: long/short shaft · thick/thin plate · bolt · washer · nut · body — multi-signal voting (hole detection + bolt-head detection + absolute-size gate), replacing single-signal SDF rules at R33.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Base Replication — 4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47672"/>
            <a:ext cx="594360" cy="59436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AssemblyTemplateDB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per-category component-type frequency distributions from training data; identifies what's missing even from a single-body upload.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47672"/>
            <a:ext cx="594360" cy="59436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476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Octree Surface Detector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partitioning (Borah &amp; Borah, 2020) clusters free-surface centroids after fragment() to flag open mating joints — highlighted live in the 3D viewer.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70832"/>
            <a:ext cx="594360" cy="59436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3891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Shape Generator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51663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Part-bank retrieval first (5,363 real parts), conditional voxel VAE fallback — produces an actual placeable mesh, not just a text label.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370832"/>
            <a:ext cx="594360" cy="594360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3708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38912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AIDA — Gemini Agent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51663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skills-based explanation agent that reads every GNN prediction and open joint, and explains it in plain engineering language, live.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&amp; Review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6234A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Replication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10 – Jul 10, 2026  ·  Baseline GAT replication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280160"/>
          </a:xfrm>
          <a:prstGeom prst="roundRect">
            <a:avLst>
              <a:gd name="adj" fmla="val 6429"/>
            </a:avLst>
          </a:prstGeom>
          <a:solidFill>
            <a:srgbClr val="1B2745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Novelty &amp; Improvement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2128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10 – Sep 10, 2026  ·  Ranking, generation, hardening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25420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Full pipeline delivered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749040"/>
            <a:ext cx="10835640" cy="0"/>
          </a:xfrm>
          <a:prstGeom prst="line">
            <a:avLst/>
          </a:prstGeom>
          <a:noFill/>
          <a:ln w="25400">
            <a:solidFill>
              <a:srgbClr val="2731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3685032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3063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-137160" y="33009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Zeroth 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27732" y="3685032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05940" y="3950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68780" y="41879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33672" y="3685032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063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33009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ESA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9612" y="3685032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7820" y="3950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80660" y="41879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Call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45552" y="3685032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3063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Jul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86600" y="33009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First Review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651492" y="3685032"/>
            <a:ext cx="128016" cy="128016"/>
          </a:xfrm>
          <a:prstGeom prst="ellipse">
            <a:avLst/>
          </a:prstGeom>
          <a:solidFill>
            <a:srgbClr val="5B8DEF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29700" y="3950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892540" y="41879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Calls 2 &amp; 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457432" y="3685032"/>
            <a:ext cx="128016" cy="128016"/>
          </a:xfrm>
          <a:prstGeom prst="ellipse">
            <a:avLst/>
          </a:prstGeom>
          <a:solidFill>
            <a:srgbClr val="A6E22E"/>
          </a:solidFill>
          <a:ln w="19050">
            <a:solidFill>
              <a:srgbClr val="0B12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835640" y="3063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Aug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698480" y="33009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End-Sem Exam (Today)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7150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182036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715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history: Zeroth Review → First Review → Phase 1 ESA (14 slides) → Phase 2 First Review (20 slides, R29–R31) → Phase 2 Second Review → three Phase-2 guidance calls — full record in Review_files/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 → R38 — A Complete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013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tracked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013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training runs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013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May → 12 Aug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date range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80136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→ 22+6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52560" y="2377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dims (node/edge)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eras of development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B2745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7764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 – R14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0965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Data Pipeline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4636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May – 14 Jun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496519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inflated synthetic illusion to an honest, cross-validated real-geometry baseline.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36118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B2745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7764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R15 – R28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66160" y="40965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Category Sweeps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66160" y="4636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Jun – 2 Jul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66160" y="496519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22+6-dim schema locked in; a promotion gate protects the serving model from regressions.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6118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B2745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7764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R29 – R34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0" y="40965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Architecture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0" y="4636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Jul – 9 Aug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0" y="496519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RGATConv + TypedLinear beats scale alone; 8-class taxonomy migration surfaces real bugs.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52560" y="361188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B2745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37764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R35 – R38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35440" y="409651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Engineering Sprint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235440" y="46360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12 Aug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235440" y="496519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genuinely dead features drives bigger gains than any hyperparameter search.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— ERA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 → R14: Foundation &amp; Data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13-dim synthetic-mixed baseline → real-geometry-only → 16-dim trimesh/SDF features → 5-fold cross-validation introduced at R12.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54584" y="1783080"/>
            <a:ext cx="8882527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9525">
            <a:solidFill>
              <a:srgbClr val="27314C"/>
            </a:solidFill>
            <a:prstDash val="solid"/>
          </a:ln>
        </p:spPr>
      </p:sp>
      <p:pic>
        <p:nvPicPr>
          <p:cNvPr id="6" name="Image 0" descr="/home/claude/mtech_deck/assets/training_changelog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024" y="1874520"/>
            <a:ext cx="8699647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 · source: docs/training_changelog_a.png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— ERA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R15 → R28: Feature Engineering &amp; Category Sweeps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P1–P6 improvements land the 22+6-dim schema (R18) · a promotion gate (R19) starts protecting the serving model · systematic category ablations through R28.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54584" y="1783080"/>
            <a:ext cx="8882527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9525">
            <a:solidFill>
              <a:srgbClr val="27314C"/>
            </a:solidFill>
            <a:prstDash val="solid"/>
          </a:ln>
        </p:spPr>
      </p:sp>
      <p:pic>
        <p:nvPicPr>
          <p:cNvPr id="6" name="Image 0" descr="/home/claude/mtech_deck/assets/training_changelog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024" y="1874520"/>
            <a:ext cx="8699647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 · source: docs/training_changelog_b.png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— ERA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R29 → R34: Heterogeneous Architecture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492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2606040"/>
                <a:gridCol w="77724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AUC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Jul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8-category corpus (248g) · homogeneous GAT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R30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Jul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RGATConv + TypedLinear · 602K→2.44M params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Jul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→ 484 graphs · MPS OOM fixed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promoted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Aug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→ 193 folders / 7 categories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promoted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Aug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8-class taxonomy migration (multi-signal voting)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promote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R34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 Aug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absolute-size blind-spot fixed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417320"/>
            <a:ext cx="4846320" cy="2565834"/>
          </a:xfrm>
          <a:prstGeom prst="roundRect">
            <a:avLst>
              <a:gd name="adj" fmla="val 3207"/>
            </a:avLst>
          </a:prstGeom>
          <a:solidFill>
            <a:srgbClr val="FFFFFF"/>
          </a:solidFill>
          <a:ln w="9525">
            <a:solidFill>
              <a:srgbClr val="27314C"/>
            </a:solidFill>
            <a:prstDash val="solid"/>
          </a:ln>
        </p:spPr>
      </p:sp>
      <p:pic>
        <p:nvPicPr>
          <p:cNvPr id="6" name="Image 0" descr="/home/claude/mtech_deck/assets/phase2_training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508760"/>
            <a:ext cx="4663440" cy="238295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2578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6234A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" y="56692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relation-aware architecture (R30) beats scale alone: R31's +236 graphs and R32's +73 more both underperformed R30's smaller-but-typed corpus — confirming the encoder change, not corpus size, was the real lever.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— ERA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R35 → R38: Precision Engineering Sprint</a:t>
            </a:r>
            <a:endParaRPr lang="en-US" sz="2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22960"/>
                <a:gridCol w="6035040"/>
                <a:gridCol w="1051560"/>
                <a:gridCol w="22860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Landed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joint-type &amp; hole-count features finally populated (were always 0.0 — sourced from a file that never existed in the corpus)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promoted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R36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link-prediction signal + real contact-area edge 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Promoted  (+0.072)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R37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neg_ratio 0.5→1.0 fix · seeded reproducibility · promotion-gate bug fixed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Promoted  (+0.049)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R38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benchmark (RGAT stays) + capacity ablation (dropout=0.3) + part-bank quality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Promoted  (+0.011)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11064240" cy="1737360"/>
          </a:xfrm>
          <a:prstGeom prst="roundRect">
            <a:avLst>
              <a:gd name="adj" fmla="val 4737"/>
            </a:avLst>
          </a:prstGeom>
          <a:solidFill>
            <a:srgbClr val="16234A"/>
          </a:solidFill>
          <a:ln w="9525">
            <a:solidFill>
              <a:srgbClr val="5B8D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502920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R35 fixed features that had been silently dead since the project began — hole count and joint type were always zero, every single run through R34. Once real, R36's spatial signal jumped Mean AUC +0.072 in one run: the biggest single-run gain of the whole project, and it came from fixing broken plumbing, not tuning.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5B8DE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4572000" cy="4572000"/>
          </a:xfrm>
          <a:prstGeom prst="ellipse">
            <a:avLst/>
          </a:prstGeom>
          <a:solidFill>
            <a:srgbClr val="A6E22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RUN — AUG 16–17,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Full End-to-End Retrain, Ahead of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1B2745"/>
          </a:solidFill>
          <a:ln w="9525">
            <a:solidFill>
              <a:srgbClr val="A6E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full end-to-end, all training included" </a:t>
            </a:r>
            <a:pPr indent="0" marL="0">
              <a:buNone/>
            </a:pPr>
            <a:r>
              <a:rPr lang="en-US" sz="135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 per explicit request, ahead of the 2026-08-21 deadline. That deadline is today.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79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9535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22783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0.8235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77240" y="39593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±0.0219  ·  up from 0.6875 (+0.136)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3616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0.85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251460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679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29535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22783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0.4267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26280" y="39593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majority baseline 0.4133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43616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genuine win, not a tie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251460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2679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75320" y="29535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/ Chamfer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75320" y="322783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0.6277 / 0.0356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275320" y="39593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on both axes at once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75320" y="43616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≥0.35 / ≤0.08 — cleared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82036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0749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expanded 193 → 238 models (233 usable graphs after 5 parse failures)   ·   Part bank rebuilt: 5,363 parts / 237 assemblies   ·   Two mid-run crashes auto-recovered by a new watchdog script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vs. Targets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743200"/>
                <a:gridCol w="2331720"/>
                <a:gridCol w="3657600"/>
                <a:gridCol w="137160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Missing-component detection (link prediction)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≥ 0.85 · AP ≥ 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0.8235 · AP ≥0.82 met in earlier runs (e.g. R15: 0.917)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Next-component ranking (NodeRanker)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Hit@5 ≥ 0.70 · MRR ≥ 0.64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Hit@5 0.896 (met) · Hit@1 0.4267 &gt; baseline · MRR improving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8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met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Missing-shape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≥ 0.35 · Chamfer ≤ 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 0.6277 · Chamfer 0.0356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cleared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3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demo, thesis, open-source repo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upload → 3D view → prediction → AI explanation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3F6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live, MIT-licensed, run end-to-end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6E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RIGOR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Overcome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93392"/>
            <a:ext cx="512064" cy="512064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933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MPS Memory Leaks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020824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Apple-Silicon GPU cache grew unchecked, RSS ran to 19–51GB and thrashed swap. Fixed with periodic gc.collect() / torch.mps.empty_cache().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1993392"/>
            <a:ext cx="512064" cy="512064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9933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719072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Swap-Pressure Kills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2020824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processes died silently mid-fold under memory pressure. Built auto-resume watchdog scripts that detect the crash and relaunch from the right fold.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74720"/>
            <a:ext cx="512064" cy="512064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20040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Parse Timeouts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50215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SIGKILL doesn't guarantee instant death for a stuck OpenCASCADE call on macOS. Bounded polling loops + a single retry at 2× budget.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081528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3474720"/>
            <a:ext cx="512064" cy="512064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320040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Promotion-Gate Bug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3502152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lexicographic tuple comparison silently ignored AP whenever AUC tied. Fixed to require both metrics improve before a model reaches production.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56285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956048"/>
            <a:ext cx="512064" cy="512064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956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68172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Fastener Orientation Bug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98348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Bolts aligned their short axis onto a joint instead of the long shaft axis. Fixed by using the middle extent to tell rods from disks.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562856"/>
            <a:ext cx="5349240" cy="1298448"/>
          </a:xfrm>
          <a:prstGeom prst="roundRect">
            <a:avLst>
              <a:gd name="adj" fmla="val 6338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9088" y="4956048"/>
            <a:ext cx="512064" cy="512064"/>
          </a:xfrm>
          <a:prstGeom prst="ellipse">
            <a:avLst/>
          </a:prstGeom>
          <a:solidFill>
            <a:srgbClr val="24345F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49560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86600" y="468172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Per-Hole Detection Redesign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498348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whole-body region guess collapsed 12 real bolt holes into 1 ghost part. Replaced with per-hole cylindrical-face detection — 12/12 now correctly filled.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RUN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Tool_post_No_bolts.step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126480" cy="2953789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9525">
            <a:solidFill>
              <a:srgbClr val="27314C"/>
            </a:solidFill>
            <a:prstDash val="solid"/>
          </a:ln>
        </p:spPr>
      </p:sp>
      <p:pic>
        <p:nvPicPr>
          <p:cNvPr id="5" name="Image 0" descr="/home/claude/mtech_deck/assets/demo_screensh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943600" cy="27709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718581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3D viewer — live inference on a real STEP file, uploaded during this session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12280" y="1600200"/>
            <a:ext cx="4800600" cy="4434840"/>
          </a:xfrm>
          <a:prstGeom prst="roundRect">
            <a:avLst>
              <a:gd name="adj" fmla="val 1856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7830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components · 6 known connections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86600" y="2148840"/>
            <a:ext cx="42519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predicts Clamping Nut ↔ Base Plate missing at 94.8% confidence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open joints detected — Body 2 (34%), Body 3 (30%), Body 4 (29%) open surface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bank suggests: 1 Nut (100% fit) + 2 Bolts (100% / 87% fit)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AIDA: “incomplete fastening operation” — recommends completing the clamping-nut mate and constraining the 3 open bodies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STEP upload → mesh → GNN inference → AI explanation in ~24 seconds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Corpus — Exploratory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scan of Source_3d_models/ before curation &amp; filtering down to the training corpus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35814" y="1783080"/>
            <a:ext cx="7120067" cy="4654296"/>
          </a:xfrm>
          <a:prstGeom prst="roundRect">
            <a:avLst>
              <a:gd name="adj" fmla="val 1768"/>
            </a:avLst>
          </a:prstGeom>
          <a:solidFill>
            <a:srgbClr val="FFFFFF"/>
          </a:solidFill>
          <a:ln w="9525">
            <a:solidFill>
              <a:srgbClr val="27314C"/>
            </a:solidFill>
            <a:prstDash val="solid"/>
          </a:ln>
        </p:spPr>
      </p:sp>
      <p:pic>
        <p:nvPicPr>
          <p:cNvPr id="6" name="Image 0" descr="/home/claude/mtech_deck/assets/eda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5542" y="1892808"/>
            <a:ext cx="6900611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 · 2,271 assemblies · 16,829 body parts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3E4E1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8249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3-phase pipeline — detect, rank, generate — working end-to-end on real CAD geometry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3E4E1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9572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38+ tracked training runs across 185 commits, with systematic ablations and honest reporting of regressions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3E4E1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Octree open-surface detector and a hybrid retrieval + VAE shape generator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rgbClr val="3E4E1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2219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Gemini-powered explanation agent (AIDA) reasoning in engineering language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457200" cy="457200"/>
          </a:xfrm>
          <a:prstGeom prst="ellipse">
            <a:avLst/>
          </a:prstGeom>
          <a:solidFill>
            <a:srgbClr val="3E4E1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535424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targets comfortably exceeded — IoU 0.63 vs. a 0.35 target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3E4E1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24865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demo, fully open-source (MIT), zero proprietary CAD-API dependency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Mean AUC 0.8235 — close to, but just under, the 0.85 target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NodeRanker still over-predicts the 'body' class (64.7% predicted vs. 41.3% true) — Hit@1 beats baseline but isn't yet a solved ranking problem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~39.5% of bodies are flagged ambiguous by the classifier's voting rules — reported honestly, not hidden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GNNExplainer interpretability layer is planned but not yet integrated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shape generation is currently scoped to fasteners (bolt/washer/nut) 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E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GNNExplainer for per-prediction interpretability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corpus further — the learning-curve check (R38) still shows no plateau at 233 graphs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NodeRanker's majority-class collapse with class-balanced sampling or loss reweighting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Phase 3 shape generation beyond fasteners to plates and shafts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Phase 1 AUC past 0.85 with the expanded 238-model corpus as the new baseline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3D Assembly Design — End-Semester Review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5B8DE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A6E22E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2860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3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6E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98648" y="4389120"/>
            <a:ext cx="6400800" cy="1417320"/>
          </a:xfrm>
          <a:prstGeom prst="roundRect">
            <a:avLst>
              <a:gd name="adj" fmla="val 5806"/>
            </a:avLst>
          </a:prstGeom>
          <a:solidFill>
            <a:srgbClr val="141D33"/>
          </a:solidFill>
          <a:ln w="9525">
            <a:solidFill>
              <a:srgbClr val="2731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8648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Parthasarathy Perumal  ·  SRN PES2PGE24DS193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98648" y="4937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(Phase 1): Prof. Sagarika Borah   ·   Guide (Phase 2): Prof. Gaurav Siwal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98648" y="5230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Data Science &amp; AI · PES University, Electronic City, Bengaluru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98648" y="55046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7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MIT-licensed, open-source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2026-08-21T03:28:54Z</dcterms:created>
  <dcterms:modified xsi:type="dcterms:W3CDTF">2026-08-21T03:28:54Z</dcterms:modified>
</cp:coreProperties>
</file>